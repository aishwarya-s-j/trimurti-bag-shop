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B6EE-3708-E3C2-E2CB-5CCF2568E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4668C-C3C2-4774-0604-CC6DA6AC3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27177-AB74-9391-C735-24BB2019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24B40-630B-1E5D-2C1E-311BEBF7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CB7D5-50EF-99E7-64DC-5DDD8AE4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01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6236-C6E7-B12D-3B99-773EB474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689B-F381-A899-28DB-247F7299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380C0-F507-3ACD-E954-76902C92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3E5B1-0C88-0113-9F32-50944BB7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3C618-25B3-F840-EA2E-46D16BA8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41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EBF3-2C65-059A-E9AC-3FC8B4DD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E72D4-DB1B-A491-6778-1EAB25716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E0CBD-373E-6169-CE70-A495964E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65B4-F9EE-8066-CB6E-B3447C37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023C-6095-6CA1-56CD-B16F8933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57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7457-A6B6-5869-6ED3-9A4D62CF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F459A-B8E0-8213-3CB5-803381E43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92D15-6A5B-408E-2467-C4CAE98A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2D250-A37D-6167-49BD-8CA78F34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4C5CB-E30E-E096-5E6F-BCC39F0D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12E5F-CDAD-CE5A-DAE1-B5A8E742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53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3D60-9BA9-96E8-4CA4-1EE8E5DF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C996A-D20A-B88E-73D3-038AD001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97B18-EDE7-9E0E-4143-41E3F49C2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6F4D2-2446-0702-DE96-C5C0CBEC1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9C499-1DE1-BF62-22AC-18B42890C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979FB-17E4-3667-471C-CEB4A328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E6E45-D972-5F48-11BA-4191295B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F7709-8B62-AADD-0E5C-380803A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25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5742-B09B-D663-9665-EDB8CD3C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2D062-1DFB-572A-0C7C-8DA43FDA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B8E16-0248-4421-1EF2-412A4702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7AE81-7E10-8921-84D4-2FF9C0CC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15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61D77-81EC-CD41-BFAA-B9DC73A6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D29D3-8E3D-3C4B-55FD-704ED9A5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867F6-A073-D3B4-B681-191A99FD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2BF5-57A1-7A84-97B1-7322B354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D3960-1978-EA34-4364-3A93E258C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1BB25-8155-998A-1FC9-D9544CF9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95082-A3D2-86A9-1DB8-E5944EA4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C8DE5-01B9-3DF0-7B3E-431086D6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D1BA9-B694-CC53-32FA-FE55FD04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24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0137-AF10-2FBC-8C8E-0121BF99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D6DD3-DF4A-ED9D-2D21-23D81E079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D5F7D-988A-BC60-BC59-A3D2EDC2B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46D91-1230-C8C0-752D-B5FF12AB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74F09-3A2F-AE89-87F7-C50612B7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06D96-4E3D-87E6-E74B-7FF70836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51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6402-837A-6633-4607-65FBA4DF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0094C-0301-15B6-12BF-33C237BE4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1A7E-ED22-2F3B-E6F1-8D5220E3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80334-6EC3-54E8-4CA5-C9BDC792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428DC-2558-81D9-CAB6-D683F48F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8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D143E-4199-22B4-F4BD-4636939CB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24FBB-65FF-0F78-5522-20D7DA775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DFF8-30F9-C042-E47E-0A53F358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31392-080B-2DEC-9416-67F30B02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D49C-D19B-F14C-8C9A-70DDB689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97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3A3FD-B683-3172-102E-0C1951BE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6297C-A717-B721-6EA6-F38A7AFF8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F0AAD-1462-16D0-97ED-B595DBB0A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AFFA3-5AC5-4DCF-8C1C-6364387A7B81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6D885-6D06-69CA-FB65-B14534987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E2F34-7AE2-6B8A-2FB0-63E64C8FD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5BBB-A5DB-431F-8DE5-FEDC102B5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35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2A79-5799-A858-1357-15EDE718C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How to Create a GitHub Account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AA6B2-E5CB-3428-EA66-5FACFFFF21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125BBB-69CC-D82A-2F75-96CCE9DA9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46" y="176463"/>
            <a:ext cx="11020927" cy="6352674"/>
          </a:xfrm>
        </p:spPr>
      </p:pic>
    </p:spTree>
    <p:extLst>
      <p:ext uri="{BB962C8B-B14F-4D97-AF65-F5344CB8AC3E}">
        <p14:creationId xmlns:p14="http://schemas.microsoft.com/office/powerpoint/2010/main" val="131634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250D2-3807-482E-EF9B-77DA60F8E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3" t="1290" r="1853" b="-1290"/>
          <a:stretch/>
        </p:blipFill>
        <p:spPr>
          <a:xfrm>
            <a:off x="584737" y="0"/>
            <a:ext cx="1062869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78A8EA-0340-A6DC-B8B0-7B4FC0AFABAF}"/>
              </a:ext>
            </a:extLst>
          </p:cNvPr>
          <p:cNvSpPr txBox="1"/>
          <p:nvPr/>
        </p:nvSpPr>
        <p:spPr>
          <a:xfrm>
            <a:off x="3864077" y="2361889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aishwaryajadhav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A6970-23D0-C4D7-62D7-6E80AC65E4DD}"/>
              </a:ext>
            </a:extLst>
          </p:cNvPr>
          <p:cNvSpPr txBox="1"/>
          <p:nvPr/>
        </p:nvSpPr>
        <p:spPr>
          <a:xfrm>
            <a:off x="3864077" y="2361889"/>
            <a:ext cx="19172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8E7A9-AD22-4119-5B41-425F743CC26A}"/>
              </a:ext>
            </a:extLst>
          </p:cNvPr>
          <p:cNvSpPr txBox="1"/>
          <p:nvPr/>
        </p:nvSpPr>
        <p:spPr>
          <a:xfrm>
            <a:off x="3864077" y="3244334"/>
            <a:ext cx="19172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81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3F1CC-DA25-2A11-0C2B-4BD17C384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82" y="0"/>
            <a:ext cx="10288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0086E-CE54-A684-B2C0-D0D1BC2D9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98" y="183496"/>
            <a:ext cx="10107436" cy="5744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AD23EC-4F88-374B-7F8F-37BD84C3CCDB}"/>
              </a:ext>
            </a:extLst>
          </p:cNvPr>
          <p:cNvSpPr txBox="1"/>
          <p:nvPr/>
        </p:nvSpPr>
        <p:spPr>
          <a:xfrm>
            <a:off x="2300748" y="2871019"/>
            <a:ext cx="356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aisaishwaryajadhavaishwarya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EF2F8-4B5A-84F0-D531-4C9DFF9F9BDB}"/>
              </a:ext>
            </a:extLst>
          </p:cNvPr>
          <p:cNvSpPr txBox="1"/>
          <p:nvPr/>
        </p:nvSpPr>
        <p:spPr>
          <a:xfrm>
            <a:off x="1986116" y="2576051"/>
            <a:ext cx="195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ighlight>
                  <a:srgbClr val="C0C0C0"/>
                </a:highlight>
              </a:rPr>
              <a:t>Aishwaryajadhav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B9098-2D69-3D40-CA8F-704EB71CF921}"/>
              </a:ext>
            </a:extLst>
          </p:cNvPr>
          <p:cNvSpPr txBox="1"/>
          <p:nvPr/>
        </p:nvSpPr>
        <p:spPr>
          <a:xfrm>
            <a:off x="1897625" y="2576051"/>
            <a:ext cx="337246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61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3202C-149A-FF4A-E911-739122C93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93" y="852128"/>
            <a:ext cx="9412013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7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961C1-5E58-F849-5113-AF5810430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82" y="318653"/>
            <a:ext cx="956443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8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A88DCD-7B43-0B2E-120B-304AF67ED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29" y="0"/>
            <a:ext cx="8269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5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9EC85-1AD3-1531-C329-56CD93570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29" y="0"/>
            <a:ext cx="8269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50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A6224-B6DD-332E-85D3-AEC830138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" y="578708"/>
            <a:ext cx="12192000" cy="5700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2D5D3-EE23-FAB8-7BD9-5A3F8D6861D2}"/>
              </a:ext>
            </a:extLst>
          </p:cNvPr>
          <p:cNvSpPr txBox="1"/>
          <p:nvPr/>
        </p:nvSpPr>
        <p:spPr>
          <a:xfrm>
            <a:off x="206477" y="5683045"/>
            <a:ext cx="1710813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3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EB362-7251-0AF2-DA77-A6D94E75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8708"/>
            <a:ext cx="12192000" cy="570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1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How to Create a GitHub Account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Jadhav</dc:creator>
  <cp:lastModifiedBy>Shubham Jadhav</cp:lastModifiedBy>
  <cp:revision>1</cp:revision>
  <dcterms:created xsi:type="dcterms:W3CDTF">2025-04-24T14:30:46Z</dcterms:created>
  <dcterms:modified xsi:type="dcterms:W3CDTF">2025-04-24T14:44:27Z</dcterms:modified>
</cp:coreProperties>
</file>